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Work Sans Medium"/>
      <p:regular r:id="rId16"/>
      <p:bold r:id="rId17"/>
      <p:italic r:id="rId18"/>
      <p:boldItalic r:id="rId19"/>
    </p:embeddedFont>
    <p:embeddedFont>
      <p:font typeface="Work Sans"/>
      <p:regular r:id="rId20"/>
      <p:bold r:id="rId21"/>
      <p:italic r:id="rId22"/>
      <p:boldItalic r:id="rId23"/>
    </p:embeddedFont>
    <p:embeddedFont>
      <p:font typeface="Work Sans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poDo83CL8gN4hI4JGBeYzEE6T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22" Type="http://schemas.openxmlformats.org/officeDocument/2006/relationships/font" Target="fonts/WorkSans-italic.fntdata"/><Relationship Id="rId21" Type="http://schemas.openxmlformats.org/officeDocument/2006/relationships/font" Target="fonts/WorkSans-bold.fntdata"/><Relationship Id="rId24" Type="http://schemas.openxmlformats.org/officeDocument/2006/relationships/font" Target="fonts/WorkSansLight-regular.fntdata"/><Relationship Id="rId23" Type="http://schemas.openxmlformats.org/officeDocument/2006/relationships/font" Target="fonts/Work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Light-italic.fntdata"/><Relationship Id="rId25" Type="http://schemas.openxmlformats.org/officeDocument/2006/relationships/font" Target="fonts/WorkSansLight-bold.fntdata"/><Relationship Id="rId28" Type="http://customschemas.google.com/relationships/presentationmetadata" Target="metadata"/><Relationship Id="rId27" Type="http://schemas.openxmlformats.org/officeDocument/2006/relationships/font" Target="fonts/WorkSans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WorkSansMedium-bold.fntdata"/><Relationship Id="rId16" Type="http://schemas.openxmlformats.org/officeDocument/2006/relationships/font" Target="fonts/WorkSansMedium-regular.fntdata"/><Relationship Id="rId19" Type="http://schemas.openxmlformats.org/officeDocument/2006/relationships/font" Target="fonts/WorkSansMedium-boldItalic.fntdata"/><Relationship Id="rId18" Type="http://schemas.openxmlformats.org/officeDocument/2006/relationships/font" Target="fonts/Work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2e0482a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72e0482a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72e0482a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72e0482a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1892923f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71892923f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1892923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71892923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1892923f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71892923f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995422" y="2551837"/>
            <a:ext cx="6453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Tecnologo en analisis de software</a:t>
            </a:r>
            <a:endParaRPr b="1" sz="400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881050" y="4015950"/>
            <a:ext cx="436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Andres Jimenez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Cristian Peñuela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Valentina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3192738" y="947025"/>
            <a:ext cx="5806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Nay eventos WEB</a:t>
            </a:r>
            <a:endParaRPr/>
          </a:p>
        </p:txBody>
      </p:sp>
      <p:cxnSp>
        <p:nvCxnSpPr>
          <p:cNvPr id="109" name="Google Shape;109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"/>
          <p:cNvSpPr txBox="1"/>
          <p:nvPr/>
        </p:nvSpPr>
        <p:spPr>
          <a:xfrm>
            <a:off x="1109847" y="3587400"/>
            <a:ext cx="997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proyecto Nay Eventos Web (NEW) es una plataforma para gestionar inventario, clientes y servicios de alquiler de eventos. Busca mejorar la organización y la atención al cliente mediante el uso de tecnología.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1145893" y="2685327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1078774" y="1895050"/>
            <a:ext cx="6915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s-CO" sz="4400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Componentes Metodologicos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145896" y="3275635"/>
            <a:ext cx="385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Plantemiento del Problema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Problema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Justificacion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Especificos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s-CO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Delimitacion y Alcance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8375" y="240625"/>
            <a:ext cx="5193625" cy="629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45686" y="2895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Problema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28125" y="1797125"/>
            <a:ext cx="11495100" cy="4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Nay Eventos, que se dedica al alquiler de equipos y a la organización de eventos recreativos, actualmente trabaja con pocos procesos digitales y con poca tecnología en sus actividades diarias. Aunque cuenta con personal capacitado en recreación y logística, tiene varios problemas en la forma en que maneja la información y organiza sus procesos.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especial, la empresa no tiene un sistema que le permita controlar el inventario, saber qué equipos están disponibles, hacer seguimiento a los clientes o llevar un control de las ventas. Además, la mayoría de sus servicios se ofrecen a través de redes sociales, lo que dificulta llevar un orden claro de las solicitudes, cotizaciones y pedidos, así como analizar la información del negocio.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solución, se propone crear una página web que funcione como una herramienta para organizar y gestionar toda la información de la empresa en un solo lugar.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esta solución, la empresa podrá mejorar su organización interna, evitar la pérdida de información, brindar un mejor servicio a los clientes, trabajar de manera más eficiente y ser más competitiva en el sector de eventos.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72e0482ac_0_0"/>
          <p:cNvSpPr txBox="1"/>
          <p:nvPr>
            <p:ph type="title"/>
          </p:nvPr>
        </p:nvSpPr>
        <p:spPr>
          <a:xfrm>
            <a:off x="228136" y="3106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30" name="Google Shape;130;g3972e0482ac_0_0"/>
          <p:cNvSpPr txBox="1"/>
          <p:nvPr/>
        </p:nvSpPr>
        <p:spPr>
          <a:xfrm>
            <a:off x="228125" y="1797125"/>
            <a:ext cx="114951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 es necesario crear una página web para mejorar la organización, el control de equipos y la atención a los clientes en un negocio de alquiler de equipos para eventos?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72e0482ac_0_5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/>
          </a:p>
        </p:txBody>
      </p:sp>
      <p:sp>
        <p:nvSpPr>
          <p:cNvPr id="136" name="Google Shape;136;g3972e0482ac_0_5"/>
          <p:cNvSpPr txBox="1"/>
          <p:nvPr/>
        </p:nvSpPr>
        <p:spPr>
          <a:xfrm>
            <a:off x="228125" y="1797125"/>
            <a:ext cx="114951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una página web para Nay Eventos es importante porque ayudará a mejorar la forma en que la empresa trabaja y organiza sus actividades. Actualmente, no cuenta con un sistema digital para manejar el inventario, los clientes y las ventas, lo que causa desorden, pérdida de información y dificultades al atender a los clientes.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una página web, la empresa podrá tener toda la información organizada en un solo lugar, facilitar varios procesos y llevar un mejor control de los equipos disponibles, evitando errores y ahorrando tiempo. También permitirá mostrar sus servicios de forma más clara, llegar a más clientes y brindar una mejor experiencia.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Gracias a esta solución, la empresa podrá trabajar de manera más eficiente, mejorar su imagen y ser más competitiva y rentable en el mercado.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71892923f_0_5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</a:t>
            </a:r>
            <a:endParaRPr/>
          </a:p>
        </p:txBody>
      </p:sp>
      <p:sp>
        <p:nvSpPr>
          <p:cNvPr id="142" name="Google Shape;142;g3971892923f_0_5"/>
          <p:cNvSpPr txBox="1"/>
          <p:nvPr/>
        </p:nvSpPr>
        <p:spPr>
          <a:xfrm>
            <a:off x="228100" y="1877325"/>
            <a:ext cx="114951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información interactivo que permita optimizar la gestión de inventarios, la administración de clientes y el proceso de ventas de Nay Eventos, con el fin de mejorar la eficiencia operativa, fortalecer la comunicación con los usuarios y aumentar la competitividad de la empresa en el mercado de organización y alquiler de equipos para eventos.</a:t>
            </a:r>
            <a:endParaRPr sz="3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71892923f_0_10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</a:t>
            </a: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Específicos</a:t>
            </a:r>
            <a:endParaRPr/>
          </a:p>
        </p:txBody>
      </p:sp>
      <p:sp>
        <p:nvSpPr>
          <p:cNvPr id="148" name="Google Shape;148;g3971892923f_0_10"/>
          <p:cNvSpPr txBox="1"/>
          <p:nvPr/>
        </p:nvSpPr>
        <p:spPr>
          <a:xfrm>
            <a:off x="228125" y="1797125"/>
            <a:ext cx="11495100" cy="4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estructura funcional y técnica de la plataforma web, incluyendo los módulos de inventario, catálogo de servicios y gestión de clientes.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registro y control automatizado que permita actualizar en tiempo real la disponibilidad de equipos y servicios.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de solicitudes y cotizaciones en línea que facilite la interacción entre la empresa y los clientes.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el funcionamiento de la plataforma mediante pruebas técnicas y de usabilidad para garantizar su eficiencia, seguridad y correcto desempeño.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71892923f_0_15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r>
              <a:rPr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y Alcance</a:t>
            </a:r>
            <a:endParaRPr/>
          </a:p>
        </p:txBody>
      </p:sp>
      <p:sp>
        <p:nvSpPr>
          <p:cNvPr id="154" name="Google Shape;154;g3971892923f_0_15"/>
          <p:cNvSpPr txBox="1"/>
          <p:nvPr/>
        </p:nvSpPr>
        <p:spPr>
          <a:xfrm>
            <a:off x="228125" y="1797125"/>
            <a:ext cx="11495100" cy="3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proyecto se enfoca en crear una página web para Nay Eventos que ayude a organizar mejor su trabajo tanto interno como con los clientes. La página incluirá funciones básicas como el control de inventario, un catálogo de servicios, el registro de clientes y la posibilidad de recibir solicitudes en línea.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ahora, el proyecto no incluye el desarrollo de una aplicación móvil, ni la integración con sistemas contables, pagos en línea o herramientas avanzadas. Tampoco se van a hacer cambios en la forma en que está organizada la empresa ni se planea ampliar a otros tipos de negocio.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833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trabajo cubrirá todo el proceso: desde el análisis, diseño y seguridad, hasta el desarrollo, pruebas y puesta en funcionamiento de la página web. Además, se entregará el sistema listo para usar, con una explicación básica para que el personal pueda manejarlo sin problema.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CO" sz="4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Título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